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0972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993392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300" b="1">
                <a:solidFill>
                  <a:srgbClr val="B9D6F5"/>
                </a:solidFill>
                <a:latin typeface="Aptos"/>
              </a:defRPr>
            </a:pPr>
            <a:r>
              <a:t>Agentic Semantic BI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Conversational business intelligence using governed question handling,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transparent responses, and sample-data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14476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B9D6F5"/>
                </a:solidFill>
                <a:latin typeface="Aptos"/>
              </a:defRPr>
            </a:pPr>
            <a:r>
              <a:t>Prototype demonstration • Sample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6E7D"/>
                </a:solidFill>
                <a:latin typeface="Aptos"/>
              </a:defRPr>
            </a:pPr>
            <a:r>
              <a:t>A conversational interface for selected business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837944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58568"/>
            <a:ext cx="319125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Ask business questions in natural language instead of manually calculating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837944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The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58568"/>
            <a:ext cx="319125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Receive a structured answer, status, sample-data label, and representative SQL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837944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The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258568"/>
            <a:ext cx="3191256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Retool dashboard connected to a Python FastAPI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Domain: Enterprise Analytics &amp; Conversational BI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Primary users: business and finance teams exploring revenue, cost, profit, and margins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Current implementation: rule-based question handling over a small pandas DataFrame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2F5597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Business metrics can require manual analysis or query-writing skills.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Unclear definitions and opaque outputs can reduce trust in analytics.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Users need readable answers and a way to inspect response details.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2F5597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166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Answer selected natural-language metric questions.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Calculate revenue, profit, and profit margin from sample data.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Display structured API responses and representative SQL.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 Return a safe unsupported status for out-of-scope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6E7D"/>
                </a:solidFill>
                <a:latin typeface="Aptos"/>
              </a:defRPr>
            </a:pPr>
            <a:r>
              <a:t>Request → calculation → structured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154680" cy="141732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83664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1. User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04288"/>
            <a:ext cx="282549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Retool chat/dashboard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737360"/>
            <a:ext cx="3154680" cy="141732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6552" y="1883664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2. API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304288"/>
            <a:ext cx="282549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FastAPI POST /query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3154680" cy="141732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36992" y="1883664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3. Rule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304288"/>
            <a:ext cx="282549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Python question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154680" cy="141732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032504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4. Calculation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53128"/>
            <a:ext cx="282549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pandas sample-data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886200"/>
            <a:ext cx="3154680" cy="141732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6552" y="4032504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5. JSON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453128"/>
            <a:ext cx="282549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Answer + metadata + SQL 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886200"/>
            <a:ext cx="3154680" cy="141732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4032504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6.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4453128"/>
            <a:ext cx="282549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Retool answer and transparency panels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230428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08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230428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08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445312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08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45312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080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2918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C47016"/>
                </a:solidFill>
                <a:latin typeface="Aptos"/>
              </a:defRPr>
            </a:pPr>
            <a:r>
              <a:t>The current prototype calculates in Python; it does not execute the displayed SQL.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429000" cy="155448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8379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585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Question handling and metric calculations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91640"/>
            <a:ext cx="3429000" cy="155448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0872" y="18379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2585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Filter, group, aggregate sample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91640"/>
            <a:ext cx="3429000" cy="155448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18379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585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Backend HTTP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3429000" cy="155448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895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Retool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Conversational dashboard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749039"/>
            <a:ext cx="3429000" cy="155448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90872" y="3895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3159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Structured request and response payloads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749039"/>
            <a:ext cx="3429000" cy="155448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3895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Jupyter Notebook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315968"/>
            <a:ext cx="309981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Development and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Sample Dataset &amp; Metric Definitions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6E7D"/>
                </a:solidFill>
                <a:latin typeface="Aptos"/>
              </a:defRPr>
            </a:pPr>
            <a:r>
              <a:t>All values are illustrative demonstration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9164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Europe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70,000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30,000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82,000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38,000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Europe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135,000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90,000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45,000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98,000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3748"/>
                          </a:solidFill>
                        </a:rPr>
                        <a:t>52,000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691640"/>
            <a:ext cx="365760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91271" y="1837944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2258568"/>
            <a:ext cx="33284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Revenue −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246120"/>
            <a:ext cx="3657600" cy="150876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91271" y="3392424"/>
            <a:ext cx="3328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008080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3813048"/>
            <a:ext cx="3328416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(Revenue − Cost) ÷ Revenue ×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F5597"/>
                </a:solidFill>
                <a:latin typeface="Aptos"/>
              </a:defRPr>
            </a:pPr>
            <a:r>
              <a:t>Margins: Q1 30.00%  |  Q2 31.67%  |  Q3 33.33%  |  Q4 34.67%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Key Features &amp; Example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F5597"/>
                </a:solidFill>
                <a:latin typeface="Aptos"/>
              </a:defRPr>
            </a:pPr>
            <a:r>
              <a:t>Supported demo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Quarterly revenue calculations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Profit and profit-margin calculations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Quarter-wise margin summary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Revenue and cost comparison summaries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Structured API response and transparency panels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Unsupported-question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F5597"/>
                </a:solidFill>
                <a:latin typeface="Aptos"/>
              </a:defRPr>
            </a:pPr>
            <a:r>
              <a:t>Example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What was our Q3 revenue?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What was our Q3 profit?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What was our Q4 profit margin?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Show me European sales for the last four quarters.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Compare revenue and cost by region.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Why did our European margins drop last quarter?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Testing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6E7D"/>
                </a:solidFill>
                <a:latin typeface="Aptos"/>
              </a:defRPr>
            </a:pPr>
            <a:r>
              <a:t>Manual prototype tests using sample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4290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8379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E7D32"/>
                </a:solidFill>
                <a:latin typeface="Aptos"/>
              </a:defRPr>
            </a:pPr>
            <a:r>
              <a:t>Q1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58568"/>
            <a:ext cx="30998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100,000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34290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18379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E7D32"/>
                </a:solidFill>
                <a:latin typeface="Aptos"/>
              </a:defRPr>
            </a:pPr>
            <a:r>
              <a:t>Q2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258568"/>
            <a:ext cx="30998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120,000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691640"/>
            <a:ext cx="34290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1352" y="18379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E7D32"/>
                </a:solidFill>
                <a:latin typeface="Aptos"/>
              </a:defRPr>
            </a:pPr>
            <a:r>
              <a:t>Q3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258568"/>
            <a:ext cx="30998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135,000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83280"/>
            <a:ext cx="34290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52958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E7D32"/>
                </a:solidFill>
                <a:latin typeface="Aptos"/>
              </a:defRPr>
            </a:pPr>
            <a:r>
              <a:t>Q4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950208"/>
            <a:ext cx="30998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150,000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383280"/>
            <a:ext cx="34290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352958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E7D32"/>
                </a:solidFill>
                <a:latin typeface="Aptos"/>
              </a:defRPr>
            </a:pPr>
            <a:r>
              <a:t>Q3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3950208"/>
            <a:ext cx="30998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45,000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383280"/>
            <a:ext cx="34290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31352" y="352958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E7D32"/>
                </a:solidFill>
                <a:latin typeface="Aptos"/>
              </a:defRPr>
            </a:pPr>
            <a:r>
              <a:t>Q4 profit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950208"/>
            <a:ext cx="30998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3748"/>
                </a:solidFill>
                <a:latin typeface="Aptos"/>
              </a:defRPr>
            </a:pPr>
            <a:r>
              <a:t>34.67%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9496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2F5597"/>
                </a:solidFill>
                <a:latin typeface="Aptos"/>
              </a:defRPr>
            </a:pPr>
            <a:r>
              <a:t>Margin comparison: Q3 33.33% → Q4 34.67% (+1.33 percentage points).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978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46E7D"/>
                </a:solidFill>
                <a:latin typeface="Aptos"/>
              </a:defRPr>
            </a:pPr>
            <a:r>
              <a:t>A decline is not shown in the sample; detailed cost categories would be needed to explain real causes.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11430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F5597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Uses sample data for Europe only.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Rule-based handling supports selected question patterns.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Displayed SQL is illustrative and is not executed.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No live data warehouse connection is established.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Not a production-grade semantic governance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544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F5597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166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Connect to a controlled analytical database.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Execute validated SQL against real data.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Define governed metrics and dimensions centrally.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Add multiple regions and detailed cost categories.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Aptos"/>
              </a:defRPr>
            </a:pPr>
            <a:r>
              <a:t>•  Add authentication, audit logs, and automated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MetricMind demonstrates a conversational BI workflow that maps selected natural-language questions to sample-data calculations and returns structured responses in a Retool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4612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B9D6F5"/>
                </a:solidFill>
                <a:latin typeface="Aptos"/>
              </a:defRPr>
            </a:pPr>
            <a:r>
              <a:t>The prototype shows quarterly revenue, profit, and margin calculations, plus basic transparency and unsupported-question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646E7D"/>
                </a:solidFill>
                <a:latin typeface="Aptos"/>
              </a:defRPr>
            </a:pPr>
            <a:r>
              <a:t>METRICMIND  |  Sample-data conversational BI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646E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735</Words>
  <Application>Microsoft Office PowerPoint</Application>
  <PresentationFormat>Widescreen</PresentationFormat>
  <Paragraphs>158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GEETHA</dc:creator>
  <cp:keywords/>
  <dc:description>generated using python-pptx</dc:description>
  <cp:lastModifiedBy>sambayyavutukuri@gmail.com</cp:lastModifiedBy>
  <cp:revision>2</cp:revision>
  <dcterms:created xsi:type="dcterms:W3CDTF">2013-01-27T09:14:16Z</dcterms:created>
  <dcterms:modified xsi:type="dcterms:W3CDTF">2026-10-10T12:01:53Z</dcterms:modified>
  <cp:category/>
</cp:coreProperties>
</file>